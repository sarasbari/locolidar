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ject-balerion-vexora.vercel.app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6D1DC"/>
                </a:solidFill>
              </a:rPr>
              <a:t>PROJECT BALERION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EA1B9"/>
                </a:solidFill>
              </a:rPr>
              <a:t>SIH 2026 · Adaptive Variable-Resolution 2.5D LiDAR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A1B9"/>
                </a:solidFill>
              </a:rPr>
              <a:t>Live Prototype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6D1DC"/>
                </a:solidFill>
                <a:hlinkClick r:id="rId2"/>
              </a:rPr>
              <a:t>https://project-balerion-vexora.vercel.app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D7FF"/>
                </a:solidFill>
              </a:rPr>
              <a:t>Interactive prototype: recorded semantic-LiDAR replay with reproducible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D89A"/>
                </a:solidFill>
              </a:rPr>
              <a:t>Recomputed metrics (from evidence/current/metrics.json):
  10 / 10 frames validated  ·  18.31% adaptive cell reduction  ·  ~180 ms/frame mapping latency</a:t>
            </a:r>
          </a:p>
        </p:txBody>
      </p:sp>
      <p:pic>
        <p:nvPicPr>
          <p:cNvPr id="8" name="Picture 7" descr="qr_baler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27432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0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EA1B9"/>
                </a:solidFill>
              </a:rPr>
              <a:t>Scan to open
live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</a:rPr>
              <a:t>Backup: 90-second screen recording in docs/balerion_demo_90s.mp4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